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ASPEN CI/CD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Continuous Delivery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3657600"/>
            <a:ext cx="3931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Streams | Daily Builds | Stream 2 Go-Live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ASPEN CI/CD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1612880" cy="365760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Daily builds (all streams, every day until regression)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932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check-in + unit test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3533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3533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3533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13533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353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1700784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700784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700784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1700784"/>
            <a:ext cx="0" cy="1463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18470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00400" y="18470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577840" y="18470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955280" y="1847088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371600" y="2103120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2103120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103120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2103120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build + QA testing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" y="22677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TEST01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0" y="22677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TEST02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22677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TEST03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0" y="2267712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TEST04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0" y="2615184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49040" y="2615184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2615184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2615184"/>
            <a:ext cx="0" cy="16459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2578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548640" y="277977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7797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TT01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26080" y="277977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27797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277977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0" y="27797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TT03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80960" y="277977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27797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TT04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1700784"/>
            <a:ext cx="0" cy="1508760"/>
          </a:xfrm>
          <a:prstGeom prst="line">
            <a:avLst/>
          </a:prstGeom>
          <a:noFill/>
          <a:ln w="12700">
            <a:solidFill>
              <a:srgbClr val="7F77DD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709160" y="3209544"/>
            <a:ext cx="5897880" cy="0"/>
          </a:xfrm>
          <a:prstGeom prst="line">
            <a:avLst/>
          </a:prstGeom>
          <a:noFill/>
          <a:ln w="12700">
            <a:solidFill>
              <a:srgbClr val="7F77DD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0607040" y="3209544"/>
            <a:ext cx="0" cy="-283464"/>
          </a:xfrm>
          <a:prstGeom prst="line">
            <a:avLst/>
          </a:prstGeom>
          <a:noFill/>
          <a:ln w="12700">
            <a:solidFill>
              <a:srgbClr val="7F77DD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5029200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own compile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9601200" y="2926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01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012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branch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607040" y="3383280"/>
            <a:ext cx="0" cy="1828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52760" y="340156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9601200" y="35661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3566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49440" y="2441448"/>
            <a:ext cx="36576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07040" y="2441448"/>
            <a:ext cx="0" cy="156362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98480" y="2743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3 only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9601200" y="400507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01200" y="4005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4320" y="4434840"/>
            <a:ext cx="8961120" cy="2240280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D3D1C7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457200" y="4453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Go-live path (Stream 2 only)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749040" y="3127248"/>
            <a:ext cx="0" cy="171907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26080" y="484632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2608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92608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code recompile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4937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from REG code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749040" y="5303520"/>
            <a:ext cx="0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26080" y="55778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2608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926080" y="5577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artifacts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5669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Patch artifacts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530352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303520" y="4709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1, 3, 4 merge into DEV02 for next sprint go-live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303520" y="4983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03520" y="4983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DEV01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675120" y="4983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75120" y="4983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DEV03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046720" y="4983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46720" y="4983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DEV04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852160" y="5276088"/>
            <a:ext cx="1097280" cy="347472"/>
          </a:xfrm>
          <a:prstGeom prst="line">
            <a:avLst/>
          </a:prstGeom>
          <a:noFill/>
          <a:ln w="12700">
            <a:solidFill>
              <a:srgbClr val="3B6D1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7223760" y="5276088"/>
            <a:ext cx="-274320" cy="347472"/>
          </a:xfrm>
          <a:prstGeom prst="line">
            <a:avLst/>
          </a:prstGeom>
          <a:noFill/>
          <a:ln w="12700">
            <a:solidFill>
              <a:srgbClr val="3B6D1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8595360" y="5276088"/>
            <a:ext cx="-1645920" cy="347472"/>
          </a:xfrm>
          <a:prstGeom prst="line">
            <a:avLst/>
          </a:prstGeom>
          <a:noFill/>
          <a:ln w="12700">
            <a:solidFill>
              <a:srgbClr val="3B6D1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00800" y="562356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56235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943600" y="6035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same CI/CD path to Production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5943600" y="6199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DEV02 → TEST02 → TT02 → Patch → Prod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457200" y="6446520"/>
            <a:ext cx="164592" cy="164592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836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(unit test)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103120" y="6446520"/>
            <a:ext cx="164592" cy="164592"/>
          </a:xfrm>
          <a:prstGeom prst="rect">
            <a:avLst/>
          </a:prstGeom>
          <a:solidFill>
            <a:srgbClr val="F1EFE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0428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749040" y="6446520"/>
            <a:ext cx="164592" cy="164592"/>
          </a:xfrm>
          <a:prstGeom prst="rect">
            <a:avLst/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95020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TT (QA)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394960" y="6446520"/>
            <a:ext cx="164592" cy="16459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59612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/ Perf / SIT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040880" y="6446520"/>
            <a:ext cx="164592" cy="164592"/>
          </a:xfrm>
          <a:prstGeom prst="rect">
            <a:avLst/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4204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8686800" y="6446520"/>
            <a:ext cx="164592" cy="164592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8796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0332720" y="6446520"/>
            <a:ext cx="164592" cy="164592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33888" y="6428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merge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Notes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9728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097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run daily for all 4 streams from DEV through TT until regression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3736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Stream 2 follows the go-live path to production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37744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377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environment builds from Stream 3 (TEST03)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01752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uses DEV02 code but compiles independently (not TEST02 artifacts)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65760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TEST02 artifacts are used for TT02, not for Regression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9768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297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build recompiles Regression code; Production deploys Patch artifacts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937760"/>
            <a:ext cx="10332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937760"/>
            <a:ext cx="54864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937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sprint end, streams 1, 3 and 4 merge into DEV02 and repeat the full 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ASPEN CI/CD Architecture</dc:title>
  <dc:subject>PptxGenJS Presentation</dc:subject>
  <dc:creator>Kushal Dhakal</dc:creator>
  <cp:lastModifiedBy>Kushal Dhakal</cp:lastModifiedBy>
  <cp:revision>1</cp:revision>
  <dcterms:created xsi:type="dcterms:W3CDTF">2026-04-01T17:03:54Z</dcterms:created>
  <dcterms:modified xsi:type="dcterms:W3CDTF">2026-04-01T17:03:54Z</dcterms:modified>
</cp:coreProperties>
</file>